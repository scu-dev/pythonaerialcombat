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61" r:id="rId6"/>
    <p:sldId id="262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56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2026/5/21/Thu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game.org/doc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空战小游戏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技术要求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b="1" dirty="0" err="1" smtClean="0"/>
              <a:t>Pygame</a:t>
            </a:r>
            <a:r>
              <a:rPr lang="en-US" altLang="zh-CN" b="1" dirty="0" smtClean="0"/>
              <a:t> </a:t>
            </a:r>
            <a:r>
              <a:rPr lang="zh-CN" altLang="en-US" dirty="0" smtClean="0"/>
              <a:t>开发一</a:t>
            </a:r>
            <a:r>
              <a:rPr lang="zh-CN" altLang="en-US" dirty="0" smtClean="0"/>
              <a:t>个</a:t>
            </a:r>
            <a:r>
              <a:rPr lang="zh-CN" altLang="en-US" dirty="0" smtClean="0"/>
              <a:t>视频</a:t>
            </a:r>
            <a:r>
              <a:rPr lang="zh-CN" altLang="en-US" dirty="0" smtClean="0"/>
              <a:t>小</a:t>
            </a:r>
            <a:r>
              <a:rPr lang="zh-CN" altLang="en-US" dirty="0" smtClean="0"/>
              <a:t>游戏。</a:t>
            </a:r>
            <a:endParaRPr lang="en-US" altLang="zh-CN" dirty="0" smtClean="0"/>
          </a:p>
          <a:p>
            <a:r>
              <a:rPr lang="en-US" altLang="zh-CN" b="1" dirty="0" err="1" smtClean="0"/>
              <a:t>Pygame</a:t>
            </a:r>
            <a:r>
              <a:rPr lang="en-US" altLang="zh-CN" b="1" dirty="0" smtClean="0"/>
              <a:t> </a:t>
            </a:r>
            <a:r>
              <a:rPr lang="zh-CN" altLang="en-US" dirty="0" smtClean="0"/>
              <a:t>官网参考文档如下：</a:t>
            </a:r>
            <a:endParaRPr lang="en-US" altLang="zh-CN" dirty="0" smtClean="0"/>
          </a:p>
          <a:p>
            <a:r>
              <a:rPr lang="en-US" altLang="zh-CN" dirty="0" smtClean="0">
                <a:hlinkClick r:id="rId2"/>
              </a:rPr>
              <a:t>https://www.pygame.org/docs/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操纵</a:t>
            </a:r>
            <a:r>
              <a:rPr lang="zh-CN" altLang="en-US" dirty="0" smtClean="0"/>
              <a:t>我方</a:t>
            </a:r>
            <a:r>
              <a:rPr lang="zh-CN" altLang="en-US" dirty="0" smtClean="0"/>
              <a:t>战机        </a:t>
            </a:r>
            <a:r>
              <a:rPr lang="zh-CN" altLang="en-US" dirty="0" smtClean="0"/>
              <a:t> 消灭</a:t>
            </a:r>
            <a:r>
              <a:rPr lang="zh-CN" altLang="en-US" dirty="0" smtClean="0"/>
              <a:t>所有</a:t>
            </a:r>
            <a:r>
              <a:rPr lang="zh-CN" altLang="en-US" dirty="0" smtClean="0"/>
              <a:t>敌机                                  </a:t>
            </a:r>
            <a:r>
              <a:rPr lang="zh-CN" altLang="en-US" dirty="0" smtClean="0"/>
              <a:t>敌机</a:t>
            </a:r>
            <a:r>
              <a:rPr lang="zh-CN" altLang="en-US" dirty="0" smtClean="0"/>
              <a:t>的数量自定义，敌机在游戏开始后间隔一段时间出现，直到全部</a:t>
            </a:r>
            <a:r>
              <a:rPr lang="zh-CN" altLang="en-US" dirty="0" smtClean="0"/>
              <a:t>出现，每一种敌机都需要出现。</a:t>
            </a:r>
            <a:r>
              <a:rPr lang="zh-CN" altLang="en-US" dirty="0" smtClean="0"/>
              <a:t>敌机的</a:t>
            </a:r>
            <a:r>
              <a:rPr lang="zh-CN" altLang="en-US" dirty="0" smtClean="0"/>
              <a:t>移动轨迹由</a:t>
            </a:r>
            <a:r>
              <a:rPr lang="zh-CN" altLang="en-US" dirty="0" smtClean="0"/>
              <a:t>程序控制</a:t>
            </a:r>
            <a:r>
              <a:rPr lang="zh-CN" altLang="en-US" dirty="0" smtClean="0"/>
              <a:t>，设计</a:t>
            </a:r>
            <a:r>
              <a:rPr lang="zh-CN" altLang="en-US" dirty="0" smtClean="0"/>
              <a:t>一个算法来</a:t>
            </a:r>
            <a:r>
              <a:rPr lang="zh-CN" altLang="en-US" dirty="0" smtClean="0"/>
              <a:t>控制敌机</a:t>
            </a:r>
            <a:r>
              <a:rPr lang="zh-CN" altLang="en-US" dirty="0" smtClean="0"/>
              <a:t>的</a:t>
            </a:r>
            <a:r>
              <a:rPr lang="zh-CN" altLang="en-US" dirty="0" smtClean="0"/>
              <a:t>移动，敌机设计三</a:t>
            </a:r>
            <a:r>
              <a:rPr lang="zh-CN" altLang="en-US" dirty="0" smtClean="0"/>
              <a:t>种不同的运动轨迹，这三种运动轨迹在游戏中都要使用。敌机在运动中会不断发射导弹            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当消灭了上面所有的敌机之后，</a:t>
            </a:r>
            <a:r>
              <a:rPr lang="en-US" altLang="zh-CN" dirty="0" smtClean="0"/>
              <a:t>BOSS             </a:t>
            </a:r>
            <a:r>
              <a:rPr lang="zh-CN" altLang="en-US" dirty="0" smtClean="0"/>
              <a:t>将出现，</a:t>
            </a:r>
            <a:r>
              <a:rPr lang="en-US" altLang="zh-CN" dirty="0" smtClean="0"/>
              <a:t>BOSS</a:t>
            </a:r>
            <a:r>
              <a:rPr lang="zh-CN" altLang="en-US" dirty="0" smtClean="0"/>
              <a:t>火力更强大，会一次发射多枚导弹        ，这些导弹会沿着多个不同的方向运动向我方战机攻击，</a:t>
            </a:r>
            <a:r>
              <a:rPr lang="en-US" altLang="zh-CN" dirty="0" smtClean="0"/>
              <a:t>BOSS</a:t>
            </a:r>
            <a:r>
              <a:rPr lang="zh-CN" altLang="en-US" dirty="0" smtClean="0"/>
              <a:t>的血更多，需要更长的时间才能消灭。</a:t>
            </a:r>
            <a:endParaRPr lang="en-US" altLang="zh-CN" dirty="0" smtClean="0"/>
          </a:p>
        </p:txBody>
      </p:sp>
      <p:pic>
        <p:nvPicPr>
          <p:cNvPr id="1026" name="Picture 2" descr="G:\work\教学归档\大作业\大作业题目\2026年春季-Python大作业\myPlan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1500174"/>
            <a:ext cx="744538" cy="590011"/>
          </a:xfrm>
          <a:prstGeom prst="rect">
            <a:avLst/>
          </a:prstGeom>
          <a:noFill/>
        </p:spPr>
      </p:pic>
      <p:pic>
        <p:nvPicPr>
          <p:cNvPr id="1027" name="Picture 3" descr="G:\work\教学归档\大作业\大作业题目\2026年春季-Python大作业\enemyPlane_01_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1500174"/>
            <a:ext cx="571501" cy="438151"/>
          </a:xfrm>
          <a:prstGeom prst="rect">
            <a:avLst/>
          </a:prstGeom>
          <a:noFill/>
        </p:spPr>
      </p:pic>
      <p:pic>
        <p:nvPicPr>
          <p:cNvPr id="1028" name="Picture 4" descr="G:\work\教学归档\大作业\大作业题目\2026年春季-Python大作业\enemyPlane_02_0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53086" y="1500174"/>
            <a:ext cx="767511" cy="496886"/>
          </a:xfrm>
          <a:prstGeom prst="rect">
            <a:avLst/>
          </a:prstGeom>
          <a:noFill/>
        </p:spPr>
      </p:pic>
      <p:pic>
        <p:nvPicPr>
          <p:cNvPr id="4" name="Picture 5" descr="G:\work\教学归档\大作业\大作业题目\2026年春季-Python大作业\enemyPlane_03_0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86710" y="1518676"/>
            <a:ext cx="885825" cy="450683"/>
          </a:xfrm>
          <a:prstGeom prst="rect">
            <a:avLst/>
          </a:prstGeom>
          <a:noFill/>
        </p:spPr>
      </p:pic>
      <p:pic>
        <p:nvPicPr>
          <p:cNvPr id="1030" name="Picture 6" descr="G:\work\教学归档\大作业\大作业题目\2026年春季-Python大作业\enemyPlane_boss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6512" y="4143380"/>
            <a:ext cx="857256" cy="640523"/>
          </a:xfrm>
          <a:prstGeom prst="rect">
            <a:avLst/>
          </a:prstGeom>
          <a:noFill/>
        </p:spPr>
      </p:pic>
      <p:pic>
        <p:nvPicPr>
          <p:cNvPr id="5" name="Picture 7" descr="G:\work\教学归档\大作业\大作业题目\2026年春季-Python大作业\enemyPlane_missile_0100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86578" y="4714884"/>
            <a:ext cx="508000" cy="520700"/>
          </a:xfrm>
          <a:prstGeom prst="rect">
            <a:avLst/>
          </a:prstGeom>
          <a:noFill/>
        </p:spPr>
      </p:pic>
      <p:pic>
        <p:nvPicPr>
          <p:cNvPr id="1032" name="Picture 8" descr="G:\work\教学归档\大作业\大作业题目\2026年春季-Python大作业\enemyPlane_missile_02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732172" y="3643314"/>
            <a:ext cx="581028" cy="2905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2005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使用键盘控制我方战机        。</a:t>
            </a:r>
            <a:endParaRPr lang="en-US" altLang="zh-CN" dirty="0" smtClean="0"/>
          </a:p>
          <a:p>
            <a:r>
              <a:rPr lang="zh-CN" altLang="en-US" dirty="0" smtClean="0"/>
              <a:t>发射导弹        </a:t>
            </a:r>
            <a:r>
              <a:rPr lang="zh-CN" altLang="en-US" dirty="0" smtClean="0"/>
              <a:t>使用空格键。</a:t>
            </a:r>
            <a:endParaRPr lang="en-US" altLang="zh-CN" dirty="0" smtClean="0"/>
          </a:p>
          <a:p>
            <a:r>
              <a:rPr lang="zh-CN" altLang="en-US" dirty="0" smtClean="0"/>
              <a:t>移动我方战机使用上、下、左、右四个光标键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游戏</a:t>
            </a:r>
            <a:r>
              <a:rPr lang="zh-CN" altLang="en-US" dirty="0" smtClean="0"/>
              <a:t>中需要的所有图片请使用附件提供的图片资源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在游戏中，游戏背景的图片请使用附件提供的图片资源，有多张背景图，在游戏中随着游戏的进行，需要不断更换背景图。</a:t>
            </a:r>
            <a:endParaRPr lang="zh-CN" altLang="en-US" dirty="0" smtClean="0"/>
          </a:p>
          <a:p>
            <a:endParaRPr lang="en-US" altLang="zh-CN" dirty="0" smtClean="0"/>
          </a:p>
        </p:txBody>
      </p:sp>
      <p:pic>
        <p:nvPicPr>
          <p:cNvPr id="6" name="Picture 2" descr="G:\work\教学归档\大作业\大作业题目\2026年春季-Python大作业\myPlan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643050"/>
            <a:ext cx="744538" cy="590011"/>
          </a:xfrm>
          <a:prstGeom prst="rect">
            <a:avLst/>
          </a:prstGeom>
          <a:noFill/>
        </p:spPr>
      </p:pic>
      <p:pic>
        <p:nvPicPr>
          <p:cNvPr id="4" name="Picture 2" descr="G:\work\教学归档\大作业\大作业题目\2026年春季-Python大作业\myPlane_missile_01_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2143116"/>
            <a:ext cx="398465" cy="5976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最终提交文档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 smtClean="0"/>
              <a:t>完整的程序源代码。</a:t>
            </a:r>
            <a:endParaRPr lang="en-US" altLang="zh-CN" dirty="0" smtClean="0"/>
          </a:p>
          <a:p>
            <a:r>
              <a:rPr lang="zh-CN" altLang="en-US" dirty="0" smtClean="0"/>
              <a:t>课程设计报告。在课程设计报告</a:t>
            </a:r>
            <a:r>
              <a:rPr lang="zh-CN" altLang="en-US" dirty="0" smtClean="0"/>
              <a:t>中详细</a:t>
            </a:r>
            <a:r>
              <a:rPr lang="zh-CN" altLang="en-US" dirty="0" smtClean="0"/>
              <a:t>介绍如何</a:t>
            </a:r>
            <a:r>
              <a:rPr lang="zh-CN" altLang="en-US" dirty="0" smtClean="0"/>
              <a:t>设计</a:t>
            </a:r>
            <a:r>
              <a:rPr lang="zh-CN" altLang="en-US" dirty="0" smtClean="0"/>
              <a:t>及</a:t>
            </a:r>
            <a:r>
              <a:rPr lang="zh-CN" altLang="en-US" dirty="0" smtClean="0"/>
              <a:t>实现</a:t>
            </a:r>
            <a:r>
              <a:rPr lang="zh-CN" altLang="en-US" dirty="0" smtClean="0"/>
              <a:t>。使用文字结合代码详细介绍如何具体实现。</a:t>
            </a:r>
            <a:endParaRPr lang="en-US" altLang="zh-CN" dirty="0" smtClean="0"/>
          </a:p>
          <a:p>
            <a:r>
              <a:rPr lang="zh-CN" altLang="en-US" dirty="0" smtClean="0"/>
              <a:t>程序源代码和课程设计报告必须都提交，缺少其中任何一项都将被认定为不合格。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开发参考文档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CN" dirty="0" smtClean="0"/>
              <a:t>《Python</a:t>
            </a:r>
            <a:r>
              <a:rPr lang="zh-CN" altLang="en-US" dirty="0" smtClean="0"/>
              <a:t>大作业评分标准</a:t>
            </a:r>
            <a:r>
              <a:rPr lang="en-US" altLang="zh-CN" dirty="0" smtClean="0"/>
              <a:t>》</a:t>
            </a:r>
          </a:p>
          <a:p>
            <a:r>
              <a:rPr lang="en-US" altLang="zh-CN" dirty="0" smtClean="0"/>
              <a:t>《</a:t>
            </a:r>
            <a:r>
              <a:rPr lang="zh-CN" altLang="en-US" dirty="0" smtClean="0"/>
              <a:t>编程代码要求</a:t>
            </a:r>
            <a:r>
              <a:rPr lang="en-US" altLang="zh-CN" dirty="0" smtClean="0"/>
              <a:t>》</a:t>
            </a:r>
          </a:p>
          <a:p>
            <a:r>
              <a:rPr lang="en-US" altLang="zh-CN" dirty="0" smtClean="0"/>
              <a:t>《</a:t>
            </a:r>
            <a:r>
              <a:rPr lang="zh-CN" altLang="en-US" dirty="0" smtClean="0"/>
              <a:t>课程设计实验报告模板</a:t>
            </a:r>
            <a:r>
              <a:rPr lang="en-US" altLang="zh-CN" dirty="0" smtClean="0"/>
              <a:t>》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296</Words>
  <Application>Microsoft Office PowerPoint</Application>
  <PresentationFormat>全屏显示(4:3)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空战小游戏</vt:lpstr>
      <vt:lpstr>技术要求</vt:lpstr>
      <vt:lpstr>任务目标</vt:lpstr>
      <vt:lpstr>操作说明</vt:lpstr>
      <vt:lpstr>最终提交文档</vt:lpstr>
      <vt:lpstr>开发参考文档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坦克大战</dc:title>
  <dc:creator>Administrator</dc:creator>
  <cp:lastModifiedBy>Administrator</cp:lastModifiedBy>
  <cp:revision>35</cp:revision>
  <dcterms:created xsi:type="dcterms:W3CDTF">2021-05-01T07:39:19Z</dcterms:created>
  <dcterms:modified xsi:type="dcterms:W3CDTF">2026-05-21T08:05:55Z</dcterms:modified>
</cp:coreProperties>
</file>